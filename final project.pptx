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2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865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1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904" y="488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/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/>
          <p:cNvPicPr>
            <a:picLocks noChangeAspect="1"/>
          </p:cNvPicPr>
          <p:nvPr/>
        </p:nvPicPr>
        <p:blipFill rotWithShape="1">
          <a:blip r:embed="rId6">
            <a:alphaModFix amt="16000"/>
          </a:blip>
          <a:srcRect t="24724" r="1619" b="63695"/>
          <a:stretch>
            <a:fillRect/>
          </a:stretch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hyperlink" Target="https://www.freepik.com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/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151586" y="3429000"/>
            <a:ext cx="687086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alt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Deforestration Detection</a:t>
            </a: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close up of a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419" y="868863"/>
            <a:ext cx="1263157" cy="410834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035290" y="5024120"/>
            <a:ext cx="4585335" cy="934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1400"/>
              <a:t>Name:M.Devi Akshaya</a:t>
            </a:r>
            <a:endParaRPr lang="en-IN" altLang="en-US" sz="1400"/>
          </a:p>
          <a:p>
            <a:r>
              <a:rPr lang="en-IN" altLang="en-US" sz="1400"/>
              <a:t>Student Registration     Id:</a:t>
            </a:r>
            <a:r>
              <a:rPr lang="en-US" altLang="en-US" sz="1400"/>
              <a:t>STU681ccbda2eccc1746717658</a:t>
            </a:r>
            <a:endParaRPr lang="en-US" alt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  <a:endParaRPr lang="en-IN" sz="1200" b="1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1"/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/>
          <p:cNvPicPr>
            <a:picLocks noChangeAspect="1"/>
          </p:cNvPicPr>
          <p:nvPr/>
        </p:nvPicPr>
        <p:blipFill rotWithShape="1">
          <a:blip r:embed="rId2">
            <a:alphaModFix amt="85000"/>
          </a:blip>
          <a:srcRect l="13763" t="6135" r="13650"/>
          <a:stretch>
            <a:fillRect/>
          </a:stretch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  <a:endParaRPr lang="en-IN" sz="35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80745" y="1733550"/>
            <a:ext cx="5269230" cy="432181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en-US" sz="1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Cleaned, transformed, and structured satellite-acquired deforestation data for analysis, gaining practical experience in real-world data preparation.</a:t>
            </a:r>
            <a:endParaRPr lang="en-US" altLang="en-US" sz="1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Built meaningful temporal and spatial features to identify patterns of deforestation over time.</a:t>
            </a:r>
            <a:endParaRPr lang="en-US" altLang="en-US" sz="1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Developed and optimized a Random Forest Classification model to detect deforestation regions with high accuracy.</a:t>
            </a:r>
            <a:endParaRPr lang="en-US" altLang="en-US" sz="1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Addressed data imbalance using SMOTE and RandomOverSampler techniques to ensure robust model performance.</a:t>
            </a:r>
            <a:endParaRPr lang="en-US" altLang="en-US" sz="1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16255" y="1592580"/>
            <a:ext cx="10143490" cy="4799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Python</a:t>
            </a:r>
            <a:r>
              <a:rPr lang="en-US" altLang="en-US" sz="1400"/>
              <a:t> – Core language for data analysis and model development.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Pandas &amp; NumPy</a:t>
            </a:r>
            <a:r>
              <a:rPr lang="en-US" altLang="en-US" sz="1400"/>
              <a:t> – Data manipulation, cleaning, and temporal feature extraction.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Matplotlib &amp; Seaborn</a:t>
            </a:r>
            <a:r>
              <a:rPr lang="en-US" altLang="en-US" sz="1400"/>
              <a:t> – Visualization of forest cover trends and deforestation hotspots.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Scikit-learn</a:t>
            </a:r>
            <a:r>
              <a:rPr lang="en-US" altLang="en-US" sz="1400"/>
              <a:t> – Machine learning modeling and hyperparameter tuning.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Imbalanced-learn (SMOTE)</a:t>
            </a:r>
            <a:r>
              <a:rPr lang="en-US" altLang="en-US" sz="1400"/>
              <a:t> – Synthetic oversampling to balance minority (deforested) class.</a:t>
            </a:r>
            <a:endParaRPr lang="en-US" altLang="en-US" sz="1400"/>
          </a:p>
          <a:p>
            <a:endParaRPr lang="en-US" altLang="en-US" sz="1400"/>
          </a:p>
          <a:p>
            <a:r>
              <a:rPr lang="en-US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Google Colab</a:t>
            </a:r>
            <a:r>
              <a:rPr lang="en-US" altLang="en-US" sz="1400"/>
              <a:t> – Interactive coding and visualization platform.</a:t>
            </a:r>
            <a:endParaRPr lang="en-US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76300" y="1657350"/>
            <a:ext cx="7664450" cy="4413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1600"/>
              <a:t>1.</a:t>
            </a:r>
            <a:r>
              <a:rPr lang="en-US" altLang="en-US" sz="1600"/>
              <a:t>Inspected dataset for inconsistencies, missing values, and corrupt entries.</a:t>
            </a:r>
            <a:endParaRPr lang="en-US" altLang="en-US" sz="1600"/>
          </a:p>
          <a:p>
            <a:endParaRPr lang="en-US" altLang="en-US" sz="1600"/>
          </a:p>
          <a:p>
            <a:r>
              <a:rPr lang="en-IN" altLang="en-US" sz="1600"/>
              <a:t>2.</a:t>
            </a:r>
            <a:r>
              <a:rPr lang="en-US" altLang="en-US" sz="1600"/>
              <a:t>Extracted temporal features (year, month, day of week, hour) from acquisition timestamps.</a:t>
            </a:r>
            <a:endParaRPr lang="en-US" altLang="en-US" sz="1600"/>
          </a:p>
          <a:p>
            <a:endParaRPr lang="en-US" altLang="en-US" sz="1600"/>
          </a:p>
          <a:p>
            <a:r>
              <a:rPr lang="en-IN" altLang="en-US" sz="1600"/>
              <a:t>3.</a:t>
            </a:r>
            <a:r>
              <a:rPr lang="en-US" altLang="en-US" sz="1600"/>
              <a:t>Handled class imbalance using SMOTE and RandomOverSampler for robust classification.</a:t>
            </a:r>
            <a:endParaRPr lang="en-US" altLang="en-US" sz="1600"/>
          </a:p>
          <a:p>
            <a:endParaRPr lang="en-US" altLang="en-US" sz="1600"/>
          </a:p>
          <a:p>
            <a:r>
              <a:rPr lang="en-IN" altLang="en-US" sz="1600"/>
              <a:t>4.</a:t>
            </a:r>
            <a:r>
              <a:rPr lang="en-US" altLang="en-US" sz="1600"/>
              <a:t>Built Random Forest Classifier with hyperparameter tuning via RandomizedSearchCV.</a:t>
            </a:r>
            <a:endParaRPr lang="en-US" altLang="en-US" sz="1600"/>
          </a:p>
          <a:p>
            <a:endParaRPr lang="en-US" altLang="en-US" sz="1600"/>
          </a:p>
          <a:p>
            <a:r>
              <a:rPr lang="en-IN" altLang="en-US" sz="1600"/>
              <a:t>5.</a:t>
            </a:r>
            <a:r>
              <a:rPr lang="en-US" altLang="en-US" sz="1600"/>
              <a:t>Evaluated the model using metrics like precision, recall, accuracy, and confusion matrix.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59460" y="1715770"/>
            <a:ext cx="10436225" cy="2353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/>
              <a:t>Given satellite imagery metadata and temporal data (such as</a:t>
            </a:r>
            <a:r>
              <a:rPr lang="en-IN" altLang="en-US" sz="1600"/>
              <a:t> fire classification,</a:t>
            </a:r>
            <a:r>
              <a:rPr lang="en-US" altLang="en-US" sz="1600"/>
              <a:t> forest cover percentage, acquisition date, acquisition time), develop a machine learning model to classify whether a given region is undergoing deforestation. Address the challenges of imbalanced datasets where deforestation instances are rare compared to non-deforestation cases.</a:t>
            </a:r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62050" y="1711325"/>
            <a:ext cx="10137140" cy="196151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600"/>
              <a:t>Using a machine learning classification model (Random Forest), the system identifies patterns in satellite data to classify regions as deforested or not. SMOTE and RandomOverSampler addressed dataset imbalance,</a:t>
            </a:r>
            <a:endParaRPr lang="en-US" altLang="en-US" sz="1600"/>
          </a:p>
          <a:p>
            <a:r>
              <a:rPr lang="en-US" altLang="en-US" sz="1600"/>
              <a:t>ensuring the model doesn’t overlook rare deforestation instances. The result is a reliable and efficient model</a:t>
            </a:r>
            <a:endParaRPr lang="en-US" altLang="en-US" sz="1600"/>
          </a:p>
          <a:p>
            <a:r>
              <a:rPr lang="en-US" altLang="en-US" sz="1600"/>
              <a:t>capable of providing early warnings about deforestation trends.</a:t>
            </a:r>
            <a:endParaRPr lang="en-US" altLang="en-US" sz="1600"/>
          </a:p>
          <a:p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Git hub link:https://github.com/DeviAkshaya/AICTE-internship.git</a:t>
            </a:r>
            <a:endParaRPr lang="en-US" altLang="en-US" sz="1600"/>
          </a:p>
          <a:p>
            <a:endParaRPr lang="en-US" altLang="en-US" sz="1600"/>
          </a:p>
          <a:p>
            <a:r>
              <a:rPr lang="en-US" altLang="en-US" sz="1600"/>
              <a:t>Google colab link:https://colab.research.google.com/drive/1DB4kv_DJwX-JDXcOv-G_-0_ioZ8qqp3g#scrollTo=</a:t>
            </a:r>
            <a:endParaRPr lang="en-US" altLang="en-US" sz="1600"/>
          </a:p>
          <a:p>
            <a:r>
              <a:rPr lang="en-US" altLang="en-US" sz="1600"/>
              <a:t>mksENJpTLO30</a:t>
            </a:r>
            <a:endParaRPr lang="en-US" alt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2" name="Picture 1" descr="Screenshot (7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825" y="1634490"/>
            <a:ext cx="8692515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74345" y="1137920"/>
            <a:ext cx="4064000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rgbClr val="213163"/>
                </a:solidFill>
                <a:sym typeface="+mn-ea"/>
              </a:rPr>
              <a:t>Screenshot of Output:</a:t>
            </a:r>
            <a:endParaRPr lang="en-US"/>
          </a:p>
        </p:txBody>
      </p:sp>
      <p:pic>
        <p:nvPicPr>
          <p:cNvPr id="3" name="Picture 2" descr="Screenshot (7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95" y="1955165"/>
            <a:ext cx="5238750" cy="2947670"/>
          </a:xfrm>
          <a:prstGeom prst="rect">
            <a:avLst/>
          </a:prstGeom>
        </p:spPr>
      </p:pic>
      <p:pic>
        <p:nvPicPr>
          <p:cNvPr id="4" name="Picture 3" descr="Screenshot (7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190" y="1904365"/>
            <a:ext cx="5634355" cy="3169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07035" y="1221740"/>
            <a:ext cx="4064000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rgbClr val="213163"/>
                </a:solidFill>
                <a:sym typeface="+mn-ea"/>
              </a:rPr>
              <a:t>Screenshot of Output:</a:t>
            </a:r>
            <a:endParaRPr lang="en-US"/>
          </a:p>
        </p:txBody>
      </p:sp>
      <p:pic>
        <p:nvPicPr>
          <p:cNvPr id="3" name="Picture 2" descr="Screenshot (7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405" y="1661795"/>
            <a:ext cx="8745855" cy="49199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34695" y="1079500"/>
            <a:ext cx="4064000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dirty="0">
                <a:solidFill>
                  <a:srgbClr val="213163"/>
                </a:solidFill>
                <a:sym typeface="+mn-ea"/>
              </a:rPr>
              <a:t>Screenshot of Output:</a:t>
            </a:r>
            <a:endParaRPr lang="en-US"/>
          </a:p>
        </p:txBody>
      </p:sp>
      <p:pic>
        <p:nvPicPr>
          <p:cNvPr id="3" name="Picture 2" descr="Screenshot (7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65" y="1553210"/>
            <a:ext cx="9430385" cy="53047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9880" y="1179830"/>
            <a:ext cx="3500120" cy="378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 dirty="0">
                <a:solidFill>
                  <a:srgbClr val="213163"/>
                </a:solidFill>
                <a:sym typeface="+mn-ea"/>
              </a:rPr>
              <a:t>Screenshot of Output:</a:t>
            </a:r>
            <a:endParaRPr lang="en-US" b="1" dirty="0">
              <a:solidFill>
                <a:srgbClr val="213163"/>
              </a:solidFill>
              <a:sym typeface="+mn-ea"/>
            </a:endParaRPr>
          </a:p>
        </p:txBody>
      </p:sp>
      <p:pic>
        <p:nvPicPr>
          <p:cNvPr id="3" name="Picture 2" descr="Screenshot (7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30" y="1558290"/>
            <a:ext cx="8978900" cy="5050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84555" y="1978660"/>
            <a:ext cx="9937115" cy="158242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600"/>
              <a:t>The project successfully utilized machine learning techniques to detect deforestation patterns with enhanced accuracy, despite class imbalance challenges. The combination of temporal feature engineering, SMOTE</a:t>
            </a:r>
            <a:endParaRPr lang="en-US" altLang="en-US" sz="1600"/>
          </a:p>
          <a:p>
            <a:r>
              <a:rPr lang="en-US" altLang="en-US" sz="1600"/>
              <a:t>oversampling, and Random Forest modeling allowed the system to generalize well on unseen data, proving</a:t>
            </a:r>
            <a:endParaRPr lang="en-US" altLang="en-US" sz="1600"/>
          </a:p>
          <a:p>
            <a:r>
              <a:rPr lang="en-US" altLang="en-US" sz="1600"/>
              <a:t>its potential for real-world environmental monitoring applications.</a:t>
            </a:r>
            <a:endParaRPr lang="en-US" altLang="zh-CN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0</TotalTime>
  <Words>2969</Words>
  <Application>WPS Presentation</Application>
  <PresentationFormat>Widescreen</PresentationFormat>
  <Paragraphs>79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Times New Roman</vt:lpstr>
      <vt:lpstr>Microsoft YaHei</vt:lpstr>
      <vt:lpstr>Arial Unicode MS</vt:lpstr>
      <vt:lpstr>Session 01 Design Thinking &amp; Critical Thinking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M Akshaya</cp:lastModifiedBy>
  <cp:revision>10</cp:revision>
  <dcterms:created xsi:type="dcterms:W3CDTF">2024-12-31T09:40:00Z</dcterms:created>
  <dcterms:modified xsi:type="dcterms:W3CDTF">2025-08-02T14:38:08Z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B91A19F48389411DA5CA182A81FFA3FB_13</vt:lpwstr>
  </property>
  <property fmtid="{D5CDD505-2E9C-101B-9397-08002B2CF9AE}" pid="3" name="KSOProductBuildVer">
    <vt:lpwstr>1033-12.2.0.21931</vt:lpwstr>
  </property>
</Properties>
</file>